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DDFB3-F711-EB0C-2F5F-EBE938C70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8E15885-0CE5-C0D8-C3CE-21FB78D72A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EA9916-0E5D-4820-3A0A-9D6B1C3FA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C78E41-4246-B1DA-4620-D2D172521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FE709E-6C26-C4DC-A1D5-178C9BC6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95479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F9BF3-E1E6-FD8E-BA18-8946F06EF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BCA41F-7B23-D71A-DAF9-F150CEFFA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211FF3-B339-16F6-A460-6D532A688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6D060B-DADC-D5CF-D737-BDBCB4E1B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0D1165-747F-09F1-2BDA-AF6164D6C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7840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87887-BFCD-F9CD-C485-7C719988A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82E1FE-E335-F7FF-FF19-5A60F0635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58CB8-5170-E9E8-1DC0-77AFC5B04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BE4C6B-4BB0-0D0A-932F-C5C66136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ADC12EF-5B50-F84B-39D8-32A62416D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94852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35531E-1655-9D42-9749-42E1AFEF8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CD0A1-7610-B3E6-9138-2581EB74D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B761EA-1C57-CCDB-2826-039CC79441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2EBB06-E2D4-486B-FCA1-612DD2B43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E4784F-3401-BF91-066D-F7EF581DA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8FA753-69C3-C426-C4F3-C3739FE4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40626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AEEF3-4283-0FB4-54A0-C2121B69F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9D8294-12EF-BCCD-FDAA-B46069E78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51C36FB-81F9-38B8-7D1C-C8053838E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7B450B7-41A8-0A17-29F1-58BB955E28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B8263A1-F8D7-646C-7183-CC9FD552B0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B97C332-58A1-F7FD-6D16-03480A8C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3AA456C-F3D3-60C5-27C8-A7D5CBFE3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45E2FB-2147-8560-5029-8E3C328E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61848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FE608-C684-AFA2-A28B-678C9A847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257CEE-C3BD-A233-70EA-03FE2981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F5E4712-3F61-332A-3142-40CAD2051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1B1B49-1646-7CF5-4653-CD0881B06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6298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2CE1D8-79C7-5510-8568-8D1327B3E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0129542-0AB6-747F-125A-6487DA2A2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33748-5BE6-DCD3-CBED-670A477E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85787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D058E-BFA4-8CA7-66C5-BA979032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F727D4-2076-312C-90EA-BBC8C02E1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0BF9850-6E37-3C36-AFCC-F5311A65F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43C3D01-EB7C-726A-EB96-EC924F6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2849855-0A09-7D64-41F9-A9C0DAA9E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25B988C-56EE-8835-08DE-E82789153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8597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EA9B6-98B7-8246-DD90-E2B16EFB0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12680CF-4DFE-BC79-556F-1EA779DC6E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EC75BE9-D579-E8F2-6423-A981A6914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860B0A0-6578-AC54-D703-AEFD3F77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1D57FC1-2162-B161-4C51-C45E8421F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38CCFE-A7E0-200C-3105-CBFDEFBF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16773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07C9B1-415B-D389-EF15-7028DC3D7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0A7A33-5947-3367-4E1A-95075C1DD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9DFB51-B965-915A-2632-CF5BEC3AC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117B82-BE30-39DA-C5A8-D41D34D14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8824A7-3D1B-B5E7-E028-AC01AD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98955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1153B89-3B9D-AD07-F41C-379FDD1CB6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B2098E5-8B16-3CA0-9FC2-F4513135B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35DC50-8806-5106-0FB5-1B954BCF7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686E9A-D03E-5CCE-13CD-8FA9D6AFA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5B44A3-B3DD-5FF3-6331-A49C8B7AA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3288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12BC72C-7A4F-43FE-109F-2F65B589A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450C7D-30B6-9A43-DC49-7D29DA97C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DC531E-0044-8F1B-84B0-A897FCC658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B40290-68C0-4B12-9600-8A3DABB019B8}" type="datetimeFigureOut">
              <a:rPr lang="de-AT" smtClean="0"/>
              <a:t>11.09.2026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8613D7-2D36-D79D-2E81-83D9C3FFA9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7A63FF-7754-CE3A-6E83-67F7B5D1ED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4570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FC577E-8D78-564C-040F-18EF4BF692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AT" dirty="0"/>
              <a:t>ShareWay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F3F85EC-2D4B-08C2-CD55-FE2147060B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Berger, Miniböck</a:t>
            </a:r>
          </a:p>
        </p:txBody>
      </p:sp>
    </p:spTree>
    <p:extLst>
      <p:ext uri="{BB962C8B-B14F-4D97-AF65-F5344CB8AC3E}">
        <p14:creationId xmlns:p14="http://schemas.microsoft.com/office/powerpoint/2010/main" val="3576835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6325E6-7A11-DE87-BA2A-BBC5F41D8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F39D9E-D5B2-A214-04EB-8C535C967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75807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DBBE-8214-B051-0BA1-9AC8B0DD4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951520-38A0-74CF-B704-495C2E15F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Frontend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A648385-69FE-BC62-24CE-51ADFDD42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69348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1BDB0-EB24-597E-511F-D2137D3C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010581-6CA1-1D41-4811-46ED3A5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C416A6-121E-89DB-8EC2-16F1B92F4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09396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583E2-BA39-2C57-D91A-58FAF43C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4372C1-7356-F20E-EBB0-9494EDFDC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2866EC-99BC-1AAF-F0A3-F7E598798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84314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FE3D-DEC7-B6AE-33C2-F1ED3EA36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108F14-837A-C630-ED0F-08ACAEEE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Backend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DB0A6E-9CC0-893D-C05E-C21320409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1400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976BF-58B6-438B-A661-6CE90969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18C293-B593-AC57-4D33-5E3F4DC60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DF69CE-6DBF-8B22-5C30-B35902E85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22102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Breitbild</PresentationFormat>
  <Paragraphs>4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ShareWay</vt:lpstr>
      <vt:lpstr>PowerPoint-Präsentation</vt:lpstr>
      <vt:lpstr>Frontend</vt:lpstr>
      <vt:lpstr>PowerPoint-Präsentation</vt:lpstr>
      <vt:lpstr>PowerPoint-Präsentation</vt:lpstr>
      <vt:lpstr>Backend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Sascha Berger</dc:creator>
  <cp:lastModifiedBy>Sascha Berger</cp:lastModifiedBy>
  <cp:revision>1</cp:revision>
  <dcterms:created xsi:type="dcterms:W3CDTF">2026-09-11T08:42:10Z</dcterms:created>
  <dcterms:modified xsi:type="dcterms:W3CDTF">2026-09-11T10:24:54Z</dcterms:modified>
</cp:coreProperties>
</file>