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scha Berger" userId="7f8a0270a796afee" providerId="LiveId" clId="{E45ADAD5-F223-44C1-BBC5-7CBF4EC27ACF}"/>
    <pc:docChg chg="addSld modSld">
      <pc:chgData name="Sascha Berger" userId="7f8a0270a796afee" providerId="LiveId" clId="{E45ADAD5-F223-44C1-BBC5-7CBF4EC27ACF}" dt="2026-09-15T09:07:00.553" v="41" actId="20577"/>
      <pc:docMkLst>
        <pc:docMk/>
      </pc:docMkLst>
      <pc:sldChg chg="modSp mod">
        <pc:chgData name="Sascha Berger" userId="7f8a0270a796afee" providerId="LiveId" clId="{E45ADAD5-F223-44C1-BBC5-7CBF4EC27ACF}" dt="2026-09-15T09:07:00.553" v="41" actId="20577"/>
        <pc:sldMkLst>
          <pc:docMk/>
          <pc:sldMk cId="3576835308" sldId="256"/>
        </pc:sldMkLst>
        <pc:spChg chg="mod">
          <ac:chgData name="Sascha Berger" userId="7f8a0270a796afee" providerId="LiveId" clId="{E45ADAD5-F223-44C1-BBC5-7CBF4EC27ACF}" dt="2026-09-15T09:07:00.553" v="41" actId="20577"/>
          <ac:spMkLst>
            <pc:docMk/>
            <pc:sldMk cId="3576835308" sldId="256"/>
            <ac:spMk id="3" creationId="{4F3F85EC-2D4B-08C2-CD55-FE2147060B4E}"/>
          </ac:spMkLst>
        </pc:spChg>
      </pc:sldChg>
      <pc:sldChg chg="new">
        <pc:chgData name="Sascha Berger" userId="7f8a0270a796afee" providerId="LiveId" clId="{E45ADAD5-F223-44C1-BBC5-7CBF4EC27ACF}" dt="2026-09-15T09:06:06.173" v="0" actId="680"/>
        <pc:sldMkLst>
          <pc:docMk/>
          <pc:sldMk cId="4164614883" sldId="263"/>
        </pc:sldMkLst>
      </pc:sldChg>
      <pc:sldChg chg="new">
        <pc:chgData name="Sascha Berger" userId="7f8a0270a796afee" providerId="LiveId" clId="{E45ADAD5-F223-44C1-BBC5-7CBF4EC27ACF}" dt="2026-09-15T09:06:07.973" v="1" actId="680"/>
        <pc:sldMkLst>
          <pc:docMk/>
          <pc:sldMk cId="2654491127" sldId="264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6DDFB3-F711-EB0C-2F5F-EBE938C70F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8E15885-0CE5-C0D8-C3CE-21FB78D72A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BEA9916-0E5D-4820-3A0A-9D6B1C3FA2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B40290-68C0-4B12-9600-8A3DABB019B8}" type="datetimeFigureOut">
              <a:rPr lang="de-AT" smtClean="0"/>
              <a:t>15.09.2026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4C78E41-4246-B1DA-4620-D2D1725216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9FE709E-6C26-C4DC-A1D5-178C9BC65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4956A-402B-4353-9103-A3553DCACFE7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6954793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5F9BF3-E1E6-FD8E-BA18-8946F06EF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2BCA41F-7B23-D71A-DAF9-F150CEFFA9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3211FF3-B339-16F6-A460-6D532A6888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B40290-68C0-4B12-9600-8A3DABB019B8}" type="datetimeFigureOut">
              <a:rPr lang="de-AT" smtClean="0"/>
              <a:t>15.09.2026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E6D060B-DADC-D5CF-D737-BDBCB4E1B6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20D1165-747F-09F1-2BDA-AF6164D6C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4956A-402B-4353-9103-A3553DCACFE7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7784068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B87887-BFCD-F9CD-C485-7C719988AF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382E1FE-E335-F7FF-FF19-5A60F0635E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4858CB8-5170-E9E8-1DC0-77AFC5B04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B40290-68C0-4B12-9600-8A3DABB019B8}" type="datetimeFigureOut">
              <a:rPr lang="de-AT" smtClean="0"/>
              <a:t>15.09.2026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3BE4C6B-4BB0-0D0A-932F-C5C66136F9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ADC12EF-5B50-F84B-39D8-32A62416D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4956A-402B-4353-9103-A3553DCACFE7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2948523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E35531E-1655-9D42-9749-42E1AFEF80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64CD0A1-7610-B3E6-9138-2581EB74D0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3B761EA-1C57-CCDB-2826-039CC79441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A2EBB06-E2D4-486B-FCA1-612DD2B43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B40290-68C0-4B12-9600-8A3DABB019B8}" type="datetimeFigureOut">
              <a:rPr lang="de-AT" smtClean="0"/>
              <a:t>15.09.2026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2E4784F-3401-BF91-066D-F7EF581DA9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38FA753-69C3-C426-C4F3-C3739FE49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4956A-402B-4353-9103-A3553DCACFE7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406269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2AEEF3-4283-0FB4-54A0-C2121B69F9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C9D8294-12EF-BCCD-FDAA-B46069E786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51C36FB-81F9-38B8-7D1C-C8053838E4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7B450B7-41A8-0A17-29F1-58BB955E280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EB8263A1-F8D7-646C-7183-CC9FD552B0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DB97C332-58A1-F7FD-6D16-03480A8C55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B40290-68C0-4B12-9600-8A3DABB019B8}" type="datetimeFigureOut">
              <a:rPr lang="de-AT" smtClean="0"/>
              <a:t>15.09.2026</a:t>
            </a:fld>
            <a:endParaRPr lang="de-AT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43AA456C-F3D3-60C5-27C8-A7D5CBFE36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9445E2FB-2147-8560-5029-8E3C328E0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4956A-402B-4353-9103-A3553DCACFE7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0618480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BAFE608-C684-AFA2-A28B-678C9A8471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2257CEE-C3BD-A233-70EA-03FE2981F6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B40290-68C0-4B12-9600-8A3DABB019B8}" type="datetimeFigureOut">
              <a:rPr lang="de-AT" smtClean="0"/>
              <a:t>15.09.2026</a:t>
            </a:fld>
            <a:endParaRPr lang="de-AT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F5E4712-3F61-332A-3142-40CAD20515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D1B1B49-1646-7CF5-4653-CD0881B06A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4956A-402B-4353-9103-A3553DCACFE7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662980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C2CE1D8-79C7-5510-8568-8D1327B3EB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B40290-68C0-4B12-9600-8A3DABB019B8}" type="datetimeFigureOut">
              <a:rPr lang="de-AT" smtClean="0"/>
              <a:t>15.09.2026</a:t>
            </a:fld>
            <a:endParaRPr lang="de-AT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0129542-0AB6-747F-125A-6487DA2A21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3333748-5BE6-DCD3-CBED-670A477E0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4956A-402B-4353-9103-A3553DCACFE7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5857878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ED058E-BFA4-8CA7-66C5-BA97903210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AF727D4-2076-312C-90EA-BBC8C02E1F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0BF9850-6E37-3C36-AFCC-F5311A65F5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843C3D01-EB7C-726A-EB96-EC924F6B04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B40290-68C0-4B12-9600-8A3DABB019B8}" type="datetimeFigureOut">
              <a:rPr lang="de-AT" smtClean="0"/>
              <a:t>15.09.2026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2849855-0A09-7D64-41F9-A9C0DAA9E4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25B988C-56EE-8835-08DE-E82789153F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4956A-402B-4353-9103-A3553DCACFE7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685977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8EA9B6-98B7-8246-DD90-E2B16EFB03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612680CF-4DFE-BC79-556F-1EA779DC6E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AT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EC75BE9-D579-E8F2-6423-A981A6914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860B0A0-6578-AC54-D703-AEFD3F77F5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B40290-68C0-4B12-9600-8A3DABB019B8}" type="datetimeFigureOut">
              <a:rPr lang="de-AT" smtClean="0"/>
              <a:t>15.09.2026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1D57FC1-2162-B161-4C51-C45E8421F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638CCFE-A7E0-200C-3105-CBFDEFBFD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4956A-402B-4353-9103-A3553DCACFE7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5167739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B07C9B1-415B-D389-EF15-7028DC3D7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00A7A33-5947-3367-4E1A-95075C1DD1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59DFB51-B965-915A-2632-CF5BEC3AC0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B40290-68C0-4B12-9600-8A3DABB019B8}" type="datetimeFigureOut">
              <a:rPr lang="de-AT" smtClean="0"/>
              <a:t>15.09.2026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4117B82-BE30-39DA-C5A8-D41D34D147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68824A7-3D1B-B5E7-E028-AC01AD3BC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4956A-402B-4353-9103-A3553DCACFE7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3989550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91153B89-3B9D-AD07-F41C-379FDD1CB66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B2098E5-8B16-3CA0-9FC2-F4513135B1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F35DC50-8806-5106-0FB5-1B954BCF7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B40290-68C0-4B12-9600-8A3DABB019B8}" type="datetimeFigureOut">
              <a:rPr lang="de-AT" smtClean="0"/>
              <a:t>15.09.2026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0686E9A-D03E-5CCE-13CD-8FA9D6AFA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5B44A3-B3DD-5FF3-6331-A49C8B7AAC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4956A-402B-4353-9103-A3553DCACFE7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032883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12BC72C-7A4F-43FE-109F-2F65B589A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2450C7D-30B6-9A43-DC49-7D29DA97C3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0DC531E-0044-8F1B-84B0-A897FCC6586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FB40290-68C0-4B12-9600-8A3DABB019B8}" type="datetimeFigureOut">
              <a:rPr lang="de-AT" smtClean="0"/>
              <a:t>15.09.2026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08613D7-2D36-D79D-2E81-83D9C3FFA9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57A63FF-7754-CE3A-6E83-67F7B5D1ED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B4956A-402B-4353-9103-A3553DCACFE7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7457045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FC577E-8D78-564C-040F-18EF4BF6924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AT" dirty="0"/>
              <a:t>ShareWay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F3F85EC-2D4B-08C2-CD55-FE2147060B4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AT" dirty="0"/>
              <a:t>Miniböck Martin, </a:t>
            </a:r>
            <a:r>
              <a:rPr lang="de-AT"/>
              <a:t>Berger Sascha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5768353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96325E6-7A11-DE87-BA2A-BBC5F41D80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BF39D9E-D5B2-A214-04EB-8C535C9671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758077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DDBBE-8214-B051-0BA1-9AC8B0DD43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F951520-38A0-74CF-B704-495C2E15F6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Frontend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A648385-69FE-BC62-24CE-51ADFDD423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1693486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61BDB0-EB24-597E-511F-D2137D3C1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0010581-6CA1-1D41-4811-46ED3A5545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AC416A6-121E-89DB-8EC2-16F1B92F42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4093969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8583E2-BA39-2C57-D91A-58FAF43C7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4372C1-7356-F20E-EBB0-9494EDFDC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B2866EC-99BC-1AAF-F0A3-F7E5987988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4843143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7FE3D-DEC7-B6AE-33C2-F1ED3EA36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108F14-837A-C630-ED0F-08ACAEEEF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Backend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BDB0A6E-9CC0-893D-C05E-C213204096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7314002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4976BF-58B6-438B-A661-6CE909691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618C293-B593-AC57-4D33-5E3F4DC605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7DF69CE-6DBF-8B22-5C30-B35902E854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1221025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42199A-5008-8742-E731-D6F06F9805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08BB442-9668-0DA8-61ED-3C3683A5BF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1646148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5954C3-F678-532F-CE53-51F8E76FA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B2DDAD-14AA-7DF3-C9A3-560B096AA4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6544911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</Words>
  <Application>Microsoft Office PowerPoint</Application>
  <PresentationFormat>Breitbild</PresentationFormat>
  <Paragraphs>4</Paragraphs>
  <Slides>9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</vt:lpstr>
      <vt:lpstr>ShareWay</vt:lpstr>
      <vt:lpstr>PowerPoint-Präsentation</vt:lpstr>
      <vt:lpstr>Frontend</vt:lpstr>
      <vt:lpstr>PowerPoint-Präsentation</vt:lpstr>
      <vt:lpstr>PowerPoint-Präsentation</vt:lpstr>
      <vt:lpstr>Backend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Sascha Berger</dc:creator>
  <cp:lastModifiedBy>Sascha Berger</cp:lastModifiedBy>
  <cp:revision>1</cp:revision>
  <dcterms:created xsi:type="dcterms:W3CDTF">2026-09-11T08:42:10Z</dcterms:created>
  <dcterms:modified xsi:type="dcterms:W3CDTF">2026-09-15T09:07:05Z</dcterms:modified>
</cp:coreProperties>
</file>